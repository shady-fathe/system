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06" autoAdjust="0"/>
  </p:normalViewPr>
  <p:slideViewPr>
    <p:cSldViewPr snapToGrid="0">
      <p:cViewPr varScale="1">
        <p:scale>
          <a:sx n="78" d="100"/>
          <a:sy n="78" d="100"/>
        </p:scale>
        <p:origin x="4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1F752-1327-C115-C835-E28A7DD861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FDA550-6183-704E-8EA4-4CC3227E98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E7D78-39B8-3052-DC70-E92B34E73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7B56F-681C-46AB-A916-2DFD6E4830D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74D7F-9C16-D30A-C3E9-C6B2198B7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033C5-266D-BE57-598D-6F2BB9D19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83752-067D-4155-BA33-142CCD41F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436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E9236-E8FF-EF28-8F83-C9B2E132D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D11F5-3BA7-6800-2356-A93CD4CEC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2F6CA-4460-8BE8-A7BD-D426813C1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7B56F-681C-46AB-A916-2DFD6E4830D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599E5-E4EC-2607-18AE-F5270593D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B3EF5-A6E8-F4FC-5049-069530540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83752-067D-4155-BA33-142CCD41F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105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681A6-A988-AF55-407B-2BE3BAA34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37341C-5DA4-54ED-7770-C04558AE2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33683-A739-99D0-1408-98692F2C4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7B56F-681C-46AB-A916-2DFD6E4830D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D7C31-99E0-A309-3B6E-AD9842033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6527A-8837-0223-1A21-478F73EB2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83752-067D-4155-BA33-142CCD41F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468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BD105-7D91-328A-1390-797663180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0DF2A-7AB2-EC41-6FE2-CBDD0AE82A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8A9A62-CD5E-8AD7-81F0-FAD7DDABF4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DD6A99-7E23-C57D-3F3F-B2F40F5A4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7B56F-681C-46AB-A916-2DFD6E4830D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497FF2-BE2E-717F-165A-112E3612B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5EA519-08C3-22F5-FF28-DFCA2E388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83752-067D-4155-BA33-142CCD41F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035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816E8-123C-D5F5-C87D-A0586FCCC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F892F-372A-A403-1807-51B3CCCC3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8A1C46-1183-D99A-D96F-EA4FFD1A3A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298302-FA01-FB57-4187-45532FCC88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248F09-3743-F824-4F00-2AA79F05BD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9DDC94-A3B6-BFE5-A7E6-ECEABB843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7B56F-681C-46AB-A916-2DFD6E4830D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D6F25F-202E-FED5-8AB8-1699B5212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FD5FB8-B7C1-204A-1D32-7238E0096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83752-067D-4155-BA33-142CCD41F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370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C9AA9-DA1A-1CF8-90E8-B958629F3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003984-6E6E-E26B-4DFF-AA0022981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7B56F-681C-46AB-A916-2DFD6E4830D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51FDCB-A8F8-BFA6-EEC5-304A3B2D1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775715-1AA8-0ECD-F31C-934CBC7A3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83752-067D-4155-BA33-142CCD41F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861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35D524-D34B-868E-F0BC-07282C8A4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7B56F-681C-46AB-A916-2DFD6E4830D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D1285E-2AFE-7803-2982-30834A407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5B0CB5-37E5-0EF6-010C-FCB59559F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83752-067D-4155-BA33-142CCD41F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970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6ED01-2B05-22A7-C5C7-B5E2CF91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1F09C-D467-8F8D-226E-0C09E2FA8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0AC92A-D622-8937-3877-EB6C26587E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47343D-2D29-FB3A-2C66-1A4663A38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7B56F-681C-46AB-A916-2DFD6E4830D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41FD0D-C127-B9FC-4EDF-99B2D723C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88EA8-B097-F6F9-EB01-D466C5AA3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83752-067D-4155-BA33-142CCD41F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53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62A5A-9C00-AA88-0A6A-1C2A5B12D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D780C3-0687-B259-AF09-D99E39EBF4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715234-1554-0F4F-9F54-113C04D0B6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FAB367-2490-E3EE-C04A-3AB426BEC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7B56F-681C-46AB-A916-2DFD6E4830D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0F26AF-F5BF-65DB-D5B0-F6A8D3624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687E8B-BEC0-8202-959F-0CFD48D22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83752-067D-4155-BA33-142CCD41F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57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C5E8F-2499-9B40-3317-92A9C0486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7FECC2-36D4-43BA-6ED9-BFA64BD033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A99ED-2C43-7FB3-C8BC-F82E74856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7B56F-681C-46AB-A916-2DFD6E4830D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00370-4E31-D3A5-3FA2-7940BEED2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DCA3B-266A-2886-83B4-028D9AEA5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83752-067D-4155-BA33-142CCD41F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314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ACD924-A17E-50A1-9B75-E8CB7B4996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8ABFF7-12AE-0BD8-7177-7D59598B63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E5C2D-F368-D034-0DAF-EA7ED5B69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7B56F-681C-46AB-A916-2DFD6E4830D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E264D-6EBC-E314-CAD3-65716FE1F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844A5-4A55-F34F-5472-3AE6D740F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83752-067D-4155-BA33-142CCD41F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07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C8F63F-5CD5-AB68-AFAB-1FE6B0101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D38B51-4965-D92B-12A5-908887B05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73CB1-E936-2515-F9A6-23A17ADAF6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77B56F-681C-46AB-A916-2DFD6E4830D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3F41F-492E-9EFA-9095-A8CEFBCD0A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F2F42-73B5-BB56-B80F-F9A5D1C864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183752-067D-4155-BA33-142CCD41F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084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3729073-381B-FF70-7ECE-F2BF4F729F21}"/>
              </a:ext>
            </a:extLst>
          </p:cNvPr>
          <p:cNvSpPr/>
          <p:nvPr/>
        </p:nvSpPr>
        <p:spPr>
          <a:xfrm>
            <a:off x="3000375" y="228600"/>
            <a:ext cx="4043363" cy="17287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71FB89-0A05-8C78-E2DB-662DF304C8B5}"/>
              </a:ext>
            </a:extLst>
          </p:cNvPr>
          <p:cNvSpPr/>
          <p:nvPr/>
        </p:nvSpPr>
        <p:spPr>
          <a:xfrm>
            <a:off x="7596187" y="228600"/>
            <a:ext cx="4043363" cy="17287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88F29A9-0D7E-8920-5D0C-113712157702}"/>
              </a:ext>
            </a:extLst>
          </p:cNvPr>
          <p:cNvSpPr/>
          <p:nvPr/>
        </p:nvSpPr>
        <p:spPr>
          <a:xfrm>
            <a:off x="3119437" y="428619"/>
            <a:ext cx="1371600" cy="132874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70%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720AC7-6064-892D-1716-E7FD24E2F01A}"/>
              </a:ext>
            </a:extLst>
          </p:cNvPr>
          <p:cNvSpPr/>
          <p:nvPr/>
        </p:nvSpPr>
        <p:spPr>
          <a:xfrm>
            <a:off x="5622131" y="528624"/>
            <a:ext cx="947738" cy="32862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497FF3-EE0F-D432-BDF9-B6BA4965A931}"/>
              </a:ext>
            </a:extLst>
          </p:cNvPr>
          <p:cNvSpPr/>
          <p:nvPr/>
        </p:nvSpPr>
        <p:spPr>
          <a:xfrm>
            <a:off x="5609629" y="857246"/>
            <a:ext cx="972741" cy="742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$7000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9147C97-148A-0AC8-6CB1-9DC097ECD1C4}"/>
              </a:ext>
            </a:extLst>
          </p:cNvPr>
          <p:cNvSpPr/>
          <p:nvPr/>
        </p:nvSpPr>
        <p:spPr>
          <a:xfrm>
            <a:off x="5323878" y="1585924"/>
            <a:ext cx="1544242" cy="3286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Change target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BE017B8-1037-2E06-583A-1B64DA3A0993}"/>
              </a:ext>
            </a:extLst>
          </p:cNvPr>
          <p:cNvSpPr/>
          <p:nvPr/>
        </p:nvSpPr>
        <p:spPr>
          <a:xfrm>
            <a:off x="3119438" y="2643188"/>
            <a:ext cx="2594281" cy="14573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38C72B-C914-B30A-9EE0-00B16624EFD1}"/>
              </a:ext>
            </a:extLst>
          </p:cNvPr>
          <p:cNvSpPr txBox="1"/>
          <p:nvPr/>
        </p:nvSpPr>
        <p:spPr>
          <a:xfrm>
            <a:off x="4527954" y="2771131"/>
            <a:ext cx="6426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PC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9C8C78-8056-57BF-57DD-0ED3812C4408}"/>
              </a:ext>
            </a:extLst>
          </p:cNvPr>
          <p:cNvSpPr/>
          <p:nvPr/>
        </p:nvSpPr>
        <p:spPr>
          <a:xfrm>
            <a:off x="3371850" y="2980015"/>
            <a:ext cx="642699" cy="6204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icon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924A8F9-798F-88B7-82B7-82DE7B882B5E}"/>
              </a:ext>
            </a:extLst>
          </p:cNvPr>
          <p:cNvSpPr/>
          <p:nvPr/>
        </p:nvSpPr>
        <p:spPr>
          <a:xfrm>
            <a:off x="4300538" y="3714750"/>
            <a:ext cx="1097533" cy="3429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Mange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049737-6875-6883-1466-BBADB18DD030}"/>
              </a:ext>
            </a:extLst>
          </p:cNvPr>
          <p:cNvSpPr txBox="1"/>
          <p:nvPr/>
        </p:nvSpPr>
        <p:spPr>
          <a:xfrm>
            <a:off x="3500439" y="3665815"/>
            <a:ext cx="375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8A7FD53-5354-097C-E979-79A7E0E36EF9}"/>
              </a:ext>
            </a:extLst>
          </p:cNvPr>
          <p:cNvSpPr/>
          <p:nvPr/>
        </p:nvSpPr>
        <p:spPr>
          <a:xfrm>
            <a:off x="6227124" y="2641255"/>
            <a:ext cx="2611210" cy="14573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DDB51A-E03F-3A7A-CFC0-B255FFA1DDC8}"/>
              </a:ext>
            </a:extLst>
          </p:cNvPr>
          <p:cNvSpPr txBox="1"/>
          <p:nvPr/>
        </p:nvSpPr>
        <p:spPr>
          <a:xfrm>
            <a:off x="7595526" y="2762622"/>
            <a:ext cx="790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FB85E75-AF69-7E75-54F4-24B92F138133}"/>
              </a:ext>
            </a:extLst>
          </p:cNvPr>
          <p:cNvSpPr/>
          <p:nvPr/>
        </p:nvSpPr>
        <p:spPr>
          <a:xfrm>
            <a:off x="6479536" y="2978082"/>
            <a:ext cx="646893" cy="6204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icon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B2856BC-1CF2-928D-90D1-A807AF437CC5}"/>
              </a:ext>
            </a:extLst>
          </p:cNvPr>
          <p:cNvSpPr/>
          <p:nvPr/>
        </p:nvSpPr>
        <p:spPr>
          <a:xfrm>
            <a:off x="7408224" y="3712817"/>
            <a:ext cx="1104695" cy="3429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Mange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75A6742-644F-9D3F-55C8-C90EF7DCAD16}"/>
              </a:ext>
            </a:extLst>
          </p:cNvPr>
          <p:cNvSpPr txBox="1"/>
          <p:nvPr/>
        </p:nvSpPr>
        <p:spPr>
          <a:xfrm>
            <a:off x="6608125" y="3663882"/>
            <a:ext cx="378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12AD448-ED03-A9C5-A852-E08824AC9680}"/>
              </a:ext>
            </a:extLst>
          </p:cNvPr>
          <p:cNvSpPr/>
          <p:nvPr/>
        </p:nvSpPr>
        <p:spPr>
          <a:xfrm>
            <a:off x="0" y="0"/>
            <a:ext cx="2757488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8E38B31-2708-4689-B787-98B215609917}"/>
              </a:ext>
            </a:extLst>
          </p:cNvPr>
          <p:cNvSpPr/>
          <p:nvPr/>
        </p:nvSpPr>
        <p:spPr>
          <a:xfrm>
            <a:off x="0" y="0"/>
            <a:ext cx="2757488" cy="614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Home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0AA08C1-4BE4-D912-C767-91AF920D8BB3}"/>
              </a:ext>
            </a:extLst>
          </p:cNvPr>
          <p:cNvSpPr/>
          <p:nvPr/>
        </p:nvSpPr>
        <p:spPr>
          <a:xfrm>
            <a:off x="0" y="614360"/>
            <a:ext cx="2757488" cy="7286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PS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72F35F-0ABA-6CB0-7D2B-D2B5D81FC667}"/>
              </a:ext>
            </a:extLst>
          </p:cNvPr>
          <p:cNvSpPr/>
          <p:nvPr/>
        </p:nvSpPr>
        <p:spPr>
          <a:xfrm>
            <a:off x="0" y="1343025"/>
            <a:ext cx="2757488" cy="6429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PC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57A94C5-91CE-F63C-21E8-9654C9FB27D9}"/>
              </a:ext>
            </a:extLst>
          </p:cNvPr>
          <p:cNvSpPr/>
          <p:nvPr/>
        </p:nvSpPr>
        <p:spPr>
          <a:xfrm>
            <a:off x="-2084" y="2714630"/>
            <a:ext cx="2757488" cy="7286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Reset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2D843F9-F902-50B8-E005-9E36495B2A02}"/>
              </a:ext>
            </a:extLst>
          </p:cNvPr>
          <p:cNvSpPr/>
          <p:nvPr/>
        </p:nvSpPr>
        <p:spPr>
          <a:xfrm>
            <a:off x="-2084" y="1985963"/>
            <a:ext cx="2757488" cy="7286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Drinks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01CC651-E9ED-9AF1-F2D1-9A6280375393}"/>
              </a:ext>
            </a:extLst>
          </p:cNvPr>
          <p:cNvSpPr/>
          <p:nvPr/>
        </p:nvSpPr>
        <p:spPr>
          <a:xfrm>
            <a:off x="9312673" y="2643188"/>
            <a:ext cx="2486153" cy="14573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D8BF67-61E3-1E6B-79BA-6F0370C0AD86}"/>
              </a:ext>
            </a:extLst>
          </p:cNvPr>
          <p:cNvSpPr txBox="1"/>
          <p:nvPr/>
        </p:nvSpPr>
        <p:spPr>
          <a:xfrm>
            <a:off x="10621180" y="2814777"/>
            <a:ext cx="737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1B23C8-2C59-1BC9-6E87-D3C6F93CAFCF}"/>
              </a:ext>
            </a:extLst>
          </p:cNvPr>
          <p:cNvSpPr/>
          <p:nvPr/>
        </p:nvSpPr>
        <p:spPr>
          <a:xfrm>
            <a:off x="9565086" y="2980015"/>
            <a:ext cx="615912" cy="6204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icon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5B9C974-8312-282A-57CF-9F1232B54581}"/>
              </a:ext>
            </a:extLst>
          </p:cNvPr>
          <p:cNvSpPr/>
          <p:nvPr/>
        </p:nvSpPr>
        <p:spPr>
          <a:xfrm>
            <a:off x="10493774" y="3714750"/>
            <a:ext cx="1051788" cy="3429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Mange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F63D5E-5B6D-9573-27C8-603607C2DC13}"/>
              </a:ext>
            </a:extLst>
          </p:cNvPr>
          <p:cNvSpPr txBox="1"/>
          <p:nvPr/>
        </p:nvSpPr>
        <p:spPr>
          <a:xfrm>
            <a:off x="9693674" y="3665815"/>
            <a:ext cx="360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3211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CF56B2-2BAE-B122-63AF-BB2FBCE97F78}"/>
              </a:ext>
            </a:extLst>
          </p:cNvPr>
          <p:cNvSpPr/>
          <p:nvPr/>
        </p:nvSpPr>
        <p:spPr>
          <a:xfrm>
            <a:off x="0" y="0"/>
            <a:ext cx="2757488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4DB5D8-7F65-EB33-C071-BCB883743417}"/>
              </a:ext>
            </a:extLst>
          </p:cNvPr>
          <p:cNvSpPr/>
          <p:nvPr/>
        </p:nvSpPr>
        <p:spPr>
          <a:xfrm>
            <a:off x="0" y="0"/>
            <a:ext cx="2757488" cy="614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Home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781FA6-92F5-E82B-D3E0-CDCF964ACE7B}"/>
              </a:ext>
            </a:extLst>
          </p:cNvPr>
          <p:cNvSpPr/>
          <p:nvPr/>
        </p:nvSpPr>
        <p:spPr>
          <a:xfrm>
            <a:off x="0" y="614360"/>
            <a:ext cx="2757488" cy="7286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PS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B33BD8-A15D-AF9A-E897-C98E85C072B5}"/>
              </a:ext>
            </a:extLst>
          </p:cNvPr>
          <p:cNvSpPr/>
          <p:nvPr/>
        </p:nvSpPr>
        <p:spPr>
          <a:xfrm>
            <a:off x="0" y="1343025"/>
            <a:ext cx="2757488" cy="6429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PC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31619F-6D41-E62A-0762-310B7191D119}"/>
              </a:ext>
            </a:extLst>
          </p:cNvPr>
          <p:cNvSpPr/>
          <p:nvPr/>
        </p:nvSpPr>
        <p:spPr>
          <a:xfrm>
            <a:off x="-2084" y="2714630"/>
            <a:ext cx="2757488" cy="7286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Reset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DE1D89-A6AB-4E44-D3FC-D37A36FC45AA}"/>
              </a:ext>
            </a:extLst>
          </p:cNvPr>
          <p:cNvSpPr/>
          <p:nvPr/>
        </p:nvSpPr>
        <p:spPr>
          <a:xfrm>
            <a:off x="-2084" y="1985963"/>
            <a:ext cx="2757488" cy="7286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Drinks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1171ED-23CF-E423-0BB7-7DE152E0894A}"/>
              </a:ext>
            </a:extLst>
          </p:cNvPr>
          <p:cNvSpPr/>
          <p:nvPr/>
        </p:nvSpPr>
        <p:spPr>
          <a:xfrm>
            <a:off x="3294529" y="201706"/>
            <a:ext cx="1855695" cy="12909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922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29</Words>
  <Application>Microsoft Office PowerPoint</Application>
  <PresentationFormat>Widescreen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shady fathe</dc:creator>
  <cp:lastModifiedBy>shady fathe</cp:lastModifiedBy>
  <cp:revision>2</cp:revision>
  <dcterms:created xsi:type="dcterms:W3CDTF">2026-08-26T01:59:48Z</dcterms:created>
  <dcterms:modified xsi:type="dcterms:W3CDTF">2026-08-30T23:34:55Z</dcterms:modified>
</cp:coreProperties>
</file>